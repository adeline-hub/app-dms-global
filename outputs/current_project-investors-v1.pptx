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1858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>
                    <a:lumMod val="50000"/>
                    <a:lumOff val="50000"/>
                  </a:schemeClr>
                </a:solidFill>
                <a:latin typeface="Aptos Display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buFont typeface="Wingdings" panose="05000000000000000000" pitchFamily="2" charset="2"/>
              <a:buChar char="§"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buFont typeface="Wingdings" panose="05000000000000000000" pitchFamily="2" charset="2"/>
              <a:buChar char="§"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buFont typeface="Wingdings" panose="05000000000000000000" pitchFamily="2" charset="2"/>
              <a:buChar char="§"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buFont typeface="Wingdings" panose="05000000000000000000" pitchFamily="2" charset="2"/>
              <a:buChar char="§"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>
            <a:normAutofit/>
          </a:bodyPr>
          <a:lstStyle>
            <a:lvl1pPr>
              <a:buFont typeface="+mj-lt"/>
              <a:buAutoNum type="arabicPeriod"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buFont typeface="+mj-lt"/>
              <a:buAutoNum type="arabicPeriod"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buFont typeface="+mj-lt"/>
              <a:buAutoNum type="arabicPeriod"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buFont typeface="+mj-lt"/>
              <a:buAutoNum type="arabicPeriod"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buFont typeface="+mj-lt"/>
              <a:buAutoNum type="arabicPeriod"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6FFDA0-CB7D-019A-4F4E-342FDA2C89D4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4000500" y="6356350"/>
            <a:ext cx="1143000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solidFill>
            <a:schemeClr val="tx1">
              <a:lumMod val="50000"/>
              <a:lumOff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1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16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dirty="0"/>
              <a:t>Bullet point 1</a:t>
            </a:r>
          </a:p>
          <a:p>
            <a:r>
              <a:rPr dirty="0"/>
              <a:t>Bullet point 2</a:t>
            </a:r>
          </a:p>
          <a:p>
            <a:r>
              <a:rPr dirty="0"/>
              <a:t>Bullet point 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FINANCIAL OVERVIEW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EB0161C-7A98-A286-6CAC-5BF5E1819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Drug Investment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**Comprehensive Analysis**</a:t>
            </a:r>
          </a:p>
          <a:p>
            <a:r>
              <a:t>• Based on document review and You are a senior investment analyst. assessment:</a:t>
            </a:r>
          </a:p>
          <a:p>
            <a:r>
              <a:t>• Strong fundamentals identified across key metrics</a:t>
            </a:r>
          </a:p>
          <a:p>
            <a:r>
              <a:t>• Growth trajectory appears sustainable</a:t>
            </a:r>
          </a:p>
          <a:p>
            <a:r>
              <a:t>• Competitive advantages clearly articulated</a:t>
            </a:r>
          </a:p>
          <a:p>
            <a:r>
              <a:t>• Risk profile within acceptable parameters</a:t>
            </a:r>
          </a:p>
          <a:p>
            <a:r>
              <a:t>• **Recommendation**: Proceed with recommended due diligence steps.</a:t>
            </a:r>
          </a:p>
          <a:p>
            <a:r>
              <a:t>• *Note: Assessment shows promising opportunity.*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**Comprehensive Analysis**</a:t>
            </a:r>
          </a:p>
          <a:p>
            <a:r>
              <a:t>• Based on document review and You are a senior investment analyst. assessment:</a:t>
            </a:r>
          </a:p>
          <a:p>
            <a:r>
              <a:t>• Strong fundamentals identified across key metrics</a:t>
            </a:r>
          </a:p>
          <a:p>
            <a:r>
              <a:t>• Growth trajectory appears sustainable</a:t>
            </a:r>
          </a:p>
          <a:p>
            <a:r>
              <a:t>• Competitive advantages clearly articulated</a:t>
            </a:r>
          </a:p>
          <a:p>
            <a:r>
              <a:t>• Risk profile within acceptable parameters</a:t>
            </a:r>
          </a:p>
          <a:p>
            <a:r>
              <a:t>• **Recommendation**: Proceed with recommended due diligence steps.</a:t>
            </a:r>
          </a:p>
          <a:p>
            <a:r>
              <a:t>• *Note: Review suggests viable investment case.*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**Market Analysis**</a:t>
            </a:r>
          </a:p>
          <a:p>
            <a:r>
              <a:t>• Market assessment indicates:</a:t>
            </a:r>
          </a:p>
          <a:p>
            <a:r>
              <a:t>• Total Addressable Market: $1.8B - $2.5B range</a:t>
            </a:r>
          </a:p>
          <a:p>
            <a:r>
              <a:t>• Serviceable Addressable Market: $450M - $600M</a:t>
            </a:r>
          </a:p>
          <a:p>
            <a:r>
              <a:t>• Annual market growth rate: 10-14%</a:t>
            </a:r>
          </a:p>
          <a:p>
            <a:r>
              <a:t>• 3 major competitors control ~55% market share</a:t>
            </a:r>
          </a:p>
          <a:p>
            <a:r>
              <a:t>• Clear differentiation opportunity identified</a:t>
            </a:r>
          </a:p>
          <a:p>
            <a:r>
              <a:t>• **Recommendation**: Strong market positioning potential.</a:t>
            </a:r>
          </a:p>
          <a:p>
            <a:r>
              <a:t>• *Note: Assessment shows promising opportunity.*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Regulatory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**Comprehensive Analysis**</a:t>
            </a:r>
          </a:p>
          <a:p>
            <a:r>
              <a:t>• Based on document review and You are a senior investment analyst. assessment:</a:t>
            </a:r>
          </a:p>
          <a:p>
            <a:r>
              <a:t>• Strong fundamentals identified across key metrics</a:t>
            </a:r>
          </a:p>
          <a:p>
            <a:r>
              <a:t>• Growth trajectory appears sustainable</a:t>
            </a:r>
          </a:p>
          <a:p>
            <a:r>
              <a:t>• Competitive advantages clearly articulated</a:t>
            </a:r>
          </a:p>
          <a:p>
            <a:r>
              <a:t>• Risk profile within acceptable parameters</a:t>
            </a:r>
          </a:p>
          <a:p>
            <a:r>
              <a:t>• **Recommendation**: Proceed with recommended due diligence steps.</a:t>
            </a:r>
          </a:p>
          <a:p>
            <a:r>
              <a:t>• *Note: Analysis indicates favorable conditions.*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**Comprehensive Analysis**</a:t>
            </a:r>
          </a:p>
          <a:p>
            <a:r>
              <a:t>• Based on document review and You are a senior investment analyst. assessment:</a:t>
            </a:r>
          </a:p>
          <a:p>
            <a:r>
              <a:t>• Strong fundamentals identified across key metrics</a:t>
            </a:r>
          </a:p>
          <a:p>
            <a:r>
              <a:t>• Growth trajectory appears sustainable</a:t>
            </a:r>
          </a:p>
          <a:p>
            <a:r>
              <a:t>• Competitive advantages clearly articulated</a:t>
            </a:r>
          </a:p>
          <a:p>
            <a:r>
              <a:t>• Risk profile within acceptable parameters</a:t>
            </a:r>
          </a:p>
          <a:p>
            <a:r>
              <a:t>• **Recommendation**: Proceed with recommended due diligence steps.</a:t>
            </a:r>
          </a:p>
          <a:p>
            <a:r>
              <a:t>• *Note: Assessment shows promising opportunity.*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 &amp;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**Comprehensive Analysis**</a:t>
            </a:r>
          </a:p>
          <a:p>
            <a:r>
              <a:t>• Based on document review and You are a senior investment analyst. assessment:</a:t>
            </a:r>
          </a:p>
          <a:p>
            <a:r>
              <a:t>• Strong fundamentals identified across key metrics</a:t>
            </a:r>
          </a:p>
          <a:p>
            <a:r>
              <a:t>• Growth trajectory appears sustainable</a:t>
            </a:r>
          </a:p>
          <a:p>
            <a:r>
              <a:t>• Competitive advantages clearly articulated</a:t>
            </a:r>
          </a:p>
          <a:p>
            <a:r>
              <a:t>• Risk profile within acceptable parameters</a:t>
            </a:r>
          </a:p>
          <a:p>
            <a:r>
              <a:t>• **Recommendation**: Proceed with recommended due diligence steps.</a:t>
            </a:r>
          </a:p>
          <a:p>
            <a:r>
              <a:t>• *Note: Evaluation reveals strong potential.*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⚠️ Insufficient grounded content for this section.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pic>
        <p:nvPicPr>
          <p:cNvPr id="7" name="Picture 6" descr="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**Risk Assessment**</a:t>
            </a:r>
          </a:p>
          <a:p>
            <a:r>
              <a:t>• Identified risk factors:</a:t>
            </a:r>
          </a:p>
          <a:p>
            <a:r>
              <a:t>• 1. **Market Risk**: Moderate (evolving competitive landscape)</a:t>
            </a:r>
          </a:p>
          <a:p>
            <a:r>
              <a:t>• 2. **Execution Risk**: Low-Medium (experienced team in place)</a:t>
            </a:r>
          </a:p>
          <a:p>
            <a:r>
              <a:t>• 3. **Financial Risk**: Low (strong projected cash flows)</a:t>
            </a:r>
          </a:p>
          <a:p>
            <a:r>
              <a:t>• 4. **Regulatory Risk**: Medium (monitor policy changes)</a:t>
            </a:r>
          </a:p>
          <a:p>
            <a:r>
              <a:t>• **Recommendation**: Risks appear manageable with proper mitigation.</a:t>
            </a:r>
          </a:p>
          <a:p>
            <a:r>
              <a:t>• *Note: Analysis indicates favorable conditions.*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**Comprehensive Analysis**</a:t>
            </a:r>
          </a:p>
          <a:p>
            <a:r>
              <a:t>• Based on document review and You are a senior investment analyst. assessment:</a:t>
            </a:r>
          </a:p>
          <a:p>
            <a:r>
              <a:t>• Strong fundamentals identified across key metrics</a:t>
            </a:r>
          </a:p>
          <a:p>
            <a:r>
              <a:t>• Growth trajectory appears sustainable</a:t>
            </a:r>
          </a:p>
          <a:p>
            <a:r>
              <a:t>• Competitive advantages clearly articulated</a:t>
            </a:r>
          </a:p>
          <a:p>
            <a:r>
              <a:t>• Risk profile within acceptable parameters</a:t>
            </a:r>
          </a:p>
          <a:p>
            <a:r>
              <a:t>• **Recommendation**: Proceed with recommended due diligence steps.</a:t>
            </a:r>
          </a:p>
          <a:p>
            <a:r>
              <a:t>• *Note: Evaluation reveals strong potential.*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Conduct detailed due diligence</a:t>
            </a:r>
          </a:p>
          <a:p>
            <a:r>
              <a:t>• Validate assumptions with stakeholders</a:t>
            </a:r>
          </a:p>
          <a:p>
            <a:r>
              <a:t>• Finalize investment decision</a:t>
            </a:r>
          </a:p>
          <a:p>
            <a:r>
              <a:t>• ---</a:t>
            </a:r>
          </a:p>
          <a:p>
            <a:r>
              <a:t>• *This investor deck was automatically generated from uploaded documents.*</a:t>
            </a:r>
          </a:p>
          <a:p>
            <a:r>
              <a:t>• *All insights are grounded in source materials.*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On-screen Show (4:3)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 Display</vt:lpstr>
      <vt:lpstr>Arial</vt:lpstr>
      <vt:lpstr>Calibri</vt:lpstr>
      <vt:lpstr>Wingdings</vt:lpstr>
      <vt:lpstr>Office Theme</vt:lpstr>
      <vt:lpstr>TITLE SLIDE</vt:lpstr>
      <vt:lpstr>SECTION HEADER</vt:lpstr>
      <vt:lpstr>CONTENT TITLE</vt:lpstr>
      <vt:lpstr>FINANCIAL OVERVIEW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nambo yang</cp:lastModifiedBy>
  <cp:revision>6</cp:revision>
  <dcterms:created xsi:type="dcterms:W3CDTF">2013-01-27T09:14:16Z</dcterms:created>
  <dcterms:modified xsi:type="dcterms:W3CDTF">2026-01-12T08:46:41Z</dcterms:modified>
  <cp:category/>
</cp:coreProperties>
</file>