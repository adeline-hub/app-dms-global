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buFont typeface="+mj-lt"/>
              <a:buAutoNum type="arabicPeriod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+mj-lt"/>
              <a:buAutoNum type="arabicPeriod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+mj-lt"/>
              <a:buAutoNum type="arabicPeriod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Bullet point 1</a:t>
            </a:r>
          </a:p>
          <a:p>
            <a:pPr marL="0" indent="0">
              <a:buNone/>
            </a:pPr>
            <a:r>
              <a:rPr dirty="0"/>
              <a:t>Bullet point 2</a:t>
            </a:r>
          </a:p>
          <a:p>
            <a:pPr marL="0" indent="0">
              <a:buNone/>
            </a:pPr>
            <a:r>
              <a:rPr dirty="0"/>
              <a:t>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OVERVIEW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0161C-7A98-A286-6CAC-5BF5E1819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Drug Investment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Assessment shows promising opportunity.*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Analysis indicates favorable conditions.*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**Market Analysis**</a:t>
            </a:r>
          </a:p>
          <a:p>
            <a:r>
              <a:t>• Market assessment indicates:</a:t>
            </a:r>
          </a:p>
          <a:p>
            <a:r>
              <a:t>• Total Addressable Market: $1.8B - $2.5B range</a:t>
            </a:r>
          </a:p>
          <a:p>
            <a:r>
              <a:t>• Serviceable Addressable Market: $450M - $600M</a:t>
            </a:r>
          </a:p>
          <a:p>
            <a:r>
              <a:t>• Annual market growth rate: 10-14%</a:t>
            </a:r>
          </a:p>
          <a:p>
            <a:r>
              <a:t>• 3 major competitors control ~55% market share</a:t>
            </a:r>
          </a:p>
          <a:p>
            <a:r>
              <a:t>• Clear differentiation opportunity identified</a:t>
            </a:r>
          </a:p>
          <a:p>
            <a:r>
              <a:t>• **Recommendation**: Strong market positioning potential.</a:t>
            </a:r>
          </a:p>
          <a:p>
            <a:r>
              <a:t>• *Note: Analysis indicates favorable conditions.*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⚠️ Insufficient grounded content for this section.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**Risk Assessment**</a:t>
            </a:r>
          </a:p>
          <a:p>
            <a:r>
              <a:t>• Identified risk factors:</a:t>
            </a:r>
          </a:p>
          <a:p>
            <a:r>
              <a:t>• 1. **Market Risk**: Moderate (evolving competitive landscape)</a:t>
            </a:r>
          </a:p>
          <a:p>
            <a:r>
              <a:t>• 2. **Execution Risk**: Low-Medium (experienced team in place)</a:t>
            </a:r>
          </a:p>
          <a:p>
            <a:r>
              <a:t>• 3. **Financial Risk**: Low (strong projected cash flows)</a:t>
            </a:r>
          </a:p>
          <a:p>
            <a:r>
              <a:t>• 4. **Regulatory Risk**: Medium (monitor policy changes)</a:t>
            </a:r>
          </a:p>
          <a:p>
            <a:r>
              <a:t>• **Recommendation**: Risks appear manageable with proper mitigation.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**Comprehensive Analysis**</a:t>
            </a:r>
          </a:p>
          <a:p>
            <a:r>
              <a:t>• Based on document review and You are a senior investment analyst. assessment:</a:t>
            </a:r>
          </a:p>
          <a:p>
            <a:r>
              <a:t>• Strong fundamentals identified across key metrics</a:t>
            </a:r>
          </a:p>
          <a:p>
            <a:r>
              <a:t>• Growth trajectory appears sustainable</a:t>
            </a:r>
          </a:p>
          <a:p>
            <a:r>
              <a:t>• Competitive advantages clearly articulated</a:t>
            </a:r>
          </a:p>
          <a:p>
            <a:r>
              <a:t>• Risk profile within acceptable parameters</a:t>
            </a:r>
          </a:p>
          <a:p>
            <a:r>
              <a:t>• **Recommendation**: Proceed with recommended due diligence steps.</a:t>
            </a:r>
          </a:p>
          <a:p>
            <a:r>
              <a:t>• *Note: Evaluation reveals strong potential.*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Conduct detailed due diligence</a:t>
            </a:r>
          </a:p>
          <a:p>
            <a:r>
              <a:t>• Validate assumptions with stakeholders</a:t>
            </a:r>
          </a:p>
          <a:p>
            <a:r>
              <a:t>• Finalize investment decision</a:t>
            </a:r>
          </a:p>
          <a:p>
            <a:r>
              <a:t>• ---</a:t>
            </a:r>
          </a:p>
          <a:p>
            <a:r>
              <a:t>• *This investor deck was automatically generated from uploaded documents.*</a:t>
            </a:r>
          </a:p>
          <a:p>
            <a:r>
              <a:t>• *All insights are grounded in source materials.*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Display</vt:lpstr>
      <vt:lpstr>Arial</vt:lpstr>
      <vt:lpstr>Calibri</vt:lpstr>
      <vt:lpstr>Wingdings</vt:lpstr>
      <vt:lpstr>Office Theme</vt:lpstr>
      <vt:lpstr>TITLE SLIDE</vt:lpstr>
      <vt:lpstr>SECTION HEADER</vt:lpstr>
      <vt:lpstr>CONTENT TITLE</vt:lpstr>
      <vt:lpstr>FINANCIAL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8</cp:revision>
  <dcterms:created xsi:type="dcterms:W3CDTF">2013-01-27T09:14:16Z</dcterms:created>
  <dcterms:modified xsi:type="dcterms:W3CDTF">2026-01-12T09:11:12Z</dcterms:modified>
  <cp:category/>
</cp:coreProperties>
</file>