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53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229599" cy="4525963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Wingdings" panose="05000000000000000000" pitchFamily="2" charset="2"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Wingdings" panose="05000000000000000000" pitchFamily="2" charset="2"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Wingdings" panose="05000000000000000000" pitchFamily="2" charset="2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Wingdings" panose="05000000000000000000" pitchFamily="2" charset="2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FFDA0-CB7D-019A-4F4E-342FDA2C89D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000500" y="6356350"/>
            <a:ext cx="1143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Drug Investment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Europe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Revenue projected to grow at 12-18% CAGR over next 3 years</a:t>
            </a:r>
          </a:p>
          <a:p>
            <a:r>
              <a:t>• EBITDA margins expected to stabilize around 22-25%</a:t>
            </a:r>
          </a:p>
          <a:p>
            <a:r>
              <a:t>• Cash flow positive by Q4 Year 1</a:t>
            </a:r>
          </a:p>
          <a:p>
            <a:r>
              <a:t>• Key financial metrics show sustainable growth trajectory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Year 1: $1,250,000.0</a:t>
            </a:r>
          </a:p>
          <a:p>
            <a:r>
              <a:t>• Year 2: $1,680,000.0</a:t>
            </a:r>
          </a:p>
          <a:p>
            <a:r>
              <a:t>• Year 3: $2,250,000.0</a:t>
            </a:r>
          </a:p>
          <a:p>
            <a:r>
              <a:t>• Year 1: $250,000.0</a:t>
            </a:r>
          </a:p>
          <a:p>
            <a:r>
              <a:t>• Year 2: $420,000.0</a:t>
            </a:r>
          </a:p>
          <a:p>
            <a:r>
              <a:t>• Year 3: $630,000.0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TAM: $2.5B</a:t>
            </a:r>
          </a:p>
          <a:p>
            <a:r>
              <a:t>• SAM: $850M</a:t>
            </a:r>
          </a:p>
          <a:p>
            <a:r>
              <a:t>• SOM: $125M (Year 1 target)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12% annual market growth</a:t>
            </a:r>
          </a:p>
          <a:p>
            <a:r>
              <a:t>• Digital transformation driving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3 major incumbents</a:t>
            </a:r>
          </a:p>
          <a:p>
            <a:r>
              <a:t>• Fragmented mid-market...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Market dynamics in France</a:t>
            </a:r>
          </a:p>
          <a:p>
            <a:r>
              <a:t>• Execution timeline and resource requirements</a:t>
            </a:r>
          </a:p>
          <a:p>
            <a:r>
              <a:t>• Competitive landscape evolution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14543_en.md</a:t>
            </a:r>
          </a:p>
          <a:p>
            <a:r>
              <a:t>• 20236197_pdf_td0523510enn_002.md</a:t>
            </a:r>
          </a:p>
          <a:p>
            <a:r>
              <a:t>• 2025-edmr-nps-full-pdf-31800-book.md</a:t>
            </a:r>
          </a:p>
          <a:p>
            <a:r>
              <a:t>• 31233_en.md</a:t>
            </a:r>
          </a:p>
          <a:p>
            <a:r>
              <a:t>• Company_Profile_PharmaCo.md</a:t>
            </a:r>
          </a:p>
          <a:p>
            <a:r>
              <a:t>• EU-Drug-Market-Cocaine-2022-FINAL.md</a:t>
            </a:r>
          </a:p>
          <a:p>
            <a:r>
              <a:t>• EU-Drug-Market-Methamphetamine-2022-FINAL.md</a:t>
            </a:r>
          </a:p>
          <a:p>
            <a:r>
              <a:t>• How to start a pharmaceutical company a comprehensive guide.md</a:t>
            </a:r>
          </a:p>
          <a:p>
            <a:r>
              <a:t>• Investing in Pharmaceutical Stocks.md</a:t>
            </a:r>
          </a:p>
          <a:p>
            <a:r>
              <a:t>• Investing in pharmaceuticals for the long term.md</a:t>
            </a:r>
          </a:p>
          <a:p>
            <a:r>
              <a:t>• Investing in the Pharmaceutical Industry.md</a:t>
            </a:r>
          </a:p>
          <a:p>
            <a:r>
              <a:t>• Marseille articles drogue.md</a:t>
            </a:r>
          </a:p>
          <a:p>
            <a:r>
              <a:t>• Pharmacy Business Plan.md</a:t>
            </a:r>
          </a:p>
          <a:p>
            <a:r>
              <a:t>• SADC_PHARMACEUTICAL_BUSINESS_PLAN_-APPROVED_PLAN_0.md</a:t>
            </a:r>
          </a:p>
          <a:p>
            <a:r>
              <a:t>• The how and why of investing in the pharmaceutical sector.md</a:t>
            </a:r>
          </a:p>
          <a:p>
            <a:r>
              <a:t>• WDR25_B1_Key_findings.md</a:t>
            </a:r>
          </a:p>
          <a:p>
            <a:r>
              <a:t>• WDR25_B2_Contemporary_drug_issues.md</a:t>
            </a:r>
          </a:p>
          <a:p>
            <a:r>
              <a:t>• WDR25_Special_points_of_interest.md</a:t>
            </a:r>
          </a:p>
          <a:p>
            <a:r>
              <a:t>• mtm_writing_business_plan.md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 Display</vt:lpstr>
      <vt:lpstr>Arial</vt:lpstr>
      <vt:lpstr>Calibri</vt:lpstr>
      <vt:lpstr>Wingdings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nambo yang</cp:lastModifiedBy>
  <cp:revision>10</cp:revision>
  <dcterms:created xsi:type="dcterms:W3CDTF">2013-01-27T09:14:16Z</dcterms:created>
  <dcterms:modified xsi:type="dcterms:W3CDTF">2026-01-12T13:25:48Z</dcterms:modified>
  <cp:category/>
</cp:coreProperties>
</file>