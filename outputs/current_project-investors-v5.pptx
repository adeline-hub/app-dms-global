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buFont typeface="+mj-lt"/>
              <a:buAutoNum type="arabicPeriod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+mj-lt"/>
              <a:buAutoNum type="arabicPeriod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+mj-lt"/>
              <a:buAutoNum type="arabicPeriod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Bullet point 1</a:t>
            </a:r>
          </a:p>
          <a:p>
            <a:pPr marL="0" indent="0">
              <a:buNone/>
            </a:pPr>
            <a:r>
              <a:rPr dirty="0"/>
              <a:t>Bullet point 2</a:t>
            </a:r>
          </a:p>
          <a:p>
            <a:pPr marL="0" indent="0">
              <a:buNone/>
            </a:pPr>
            <a:r>
              <a:rPr dirty="0"/>
              <a:t>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0161C-7A98-A286-6CAC-5BF5E1819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Drug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Revenue projected to grow at 12-18% CAGR over next 3 years</a:t>
            </a:r>
          </a:p>
          <a:p>
            <a:r>
              <a:t>• EBITDA margins expected to stabilize around 22-25%</a:t>
            </a:r>
          </a:p>
          <a:p>
            <a:r>
              <a:t>• Cash flow positive by Q4 Year 1</a:t>
            </a:r>
          </a:p>
          <a:p>
            <a:r>
              <a:t>• Key financial metrics show sustainable growth trajectory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Year 1: $1,250,000.0</a:t>
            </a:r>
          </a:p>
          <a:p>
            <a:r>
              <a:t>• Year 2: $1,680,000.0</a:t>
            </a:r>
          </a:p>
          <a:p>
            <a:r>
              <a:t>• Year 3: $2,250,000.0</a:t>
            </a:r>
          </a:p>
          <a:p>
            <a:r>
              <a:t>• Year 1: $250,000.0</a:t>
            </a:r>
          </a:p>
          <a:p>
            <a:r>
              <a:t>• Year 2: $420,000.0</a:t>
            </a:r>
          </a:p>
          <a:p>
            <a:r>
              <a:t>• Year 3: $630,000.0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TAM: $2.5B</a:t>
            </a:r>
          </a:p>
          <a:p>
            <a:r>
              <a:t>• SAM: $850M</a:t>
            </a:r>
          </a:p>
          <a:p>
            <a:r>
              <a:t>• SOM: $125M (Year 1 target)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12% annual market growth</a:t>
            </a:r>
          </a:p>
          <a:p>
            <a:r>
              <a:t>• Digital transformation driving demand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3 major incumbents</a:t>
            </a:r>
          </a:p>
          <a:p>
            <a:r>
              <a:t>• Fragmented mid-market...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Market dynamics in France</a:t>
            </a:r>
          </a:p>
          <a:p>
            <a:r>
              <a:t>• Execution timeline and resource requirements</a:t>
            </a:r>
          </a:p>
          <a:p>
            <a:r>
              <a:t>• Competitive landscape evolution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Display</vt:lpstr>
      <vt:lpstr>Arial</vt:lpstr>
      <vt:lpstr>Calibri</vt:lpstr>
      <vt:lpstr>Wingdings</vt:lpstr>
      <vt:lpstr>Office Theme</vt:lpstr>
      <vt:lpstr>TITLE SLIDE</vt:lpstr>
      <vt:lpstr>SECTION HEADER</vt:lpstr>
      <vt:lpstr>CONTENT TITLE</vt:lpstr>
      <vt:lpstr>FINANCIAL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8</cp:revision>
  <dcterms:created xsi:type="dcterms:W3CDTF">2013-01-27T09:14:16Z</dcterms:created>
  <dcterms:modified xsi:type="dcterms:W3CDTF">2026-01-12T09:11:12Z</dcterms:modified>
  <cp:category/>
</cp:coreProperties>
</file>