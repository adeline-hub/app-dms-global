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3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FLOWER Investment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**Project:** current_project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Date: 2026-01-12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Revenue projected to grow at 12-18% CAGR over next 3 years</a:t>
            </a:r>
          </a:p>
          <a:p>
            <a:r>
              <a:t>• EBITDA margins expected to stabilize around 22-25%</a:t>
            </a:r>
          </a:p>
          <a:p>
            <a:r>
              <a:t>• Cash flow positive by Q4 Year 1</a:t>
            </a:r>
          </a:p>
          <a:p>
            <a:r>
              <a:t>• Key financial metrics show sustainable growth trajectory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Year 1: $1,250,000</a:t>
            </a:r>
          </a:p>
          <a:p>
            <a:r>
              <a:t>• Year 2: $1,680,000</a:t>
            </a:r>
          </a:p>
          <a:p>
            <a:r>
              <a:t>• Year 3: $2,250,000</a:t>
            </a:r>
          </a:p>
          <a:p>
            <a:r>
              <a:t>• Year 1: $250,000</a:t>
            </a:r>
          </a:p>
          <a:p>
            <a:r>
              <a:t>• Year 2: $420,000</a:t>
            </a:r>
          </a:p>
          <a:p>
            <a:r>
              <a:t>• Year 3: $630,000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Market dynamics in AMSTERDAM</a:t>
            </a:r>
          </a:p>
          <a:p>
            <a:r>
              <a:t>• Execution timeline and resource requirements</a:t>
            </a:r>
          </a:p>
          <a:p>
            <a:r>
              <a:t>• Competitive landscape evolution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• Company_Profile_FLOWERSCo.md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 Display</vt:lpstr>
      <vt:lpstr>Arial</vt:lpstr>
      <vt:lpstr>Calibri</vt:lpstr>
      <vt:lpstr>Wingdings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10</cp:revision>
  <dcterms:created xsi:type="dcterms:W3CDTF">2013-01-27T09:14:16Z</dcterms:created>
  <dcterms:modified xsi:type="dcterms:W3CDTF">2026-01-12T13:25:48Z</dcterms:modified>
  <cp:category/>
</cp:coreProperties>
</file>