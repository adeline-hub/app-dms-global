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Bullet point 1</a:t>
            </a:r>
          </a:p>
          <a:p>
            <a:r>
              <a:t>• Bullet point 2</a:t>
            </a:r>
          </a:p>
          <a:p>
            <a:r>
              <a:t>• Bullet point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Revenue Projection</a:t>
            </a:r>
          </a:p>
          <a:p>
            <a:r>
              <a:t>• Year 1: $1.25M</a:t>
            </a:r>
          </a:p>
          <a:p>
            <a:r>
              <a:t>• Year 2: $1.68M</a:t>
            </a:r>
          </a:p>
          <a:p>
            <a:r>
              <a:t>• Year 3: $2.25M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Drug Investment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Analysis indicates favorable conditions.*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Assessment shows promising opportunity.*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**Market Analysis**</a:t>
            </a:r>
          </a:p>
          <a:p>
            <a:r>
              <a:t>• Market assessment indicates:</a:t>
            </a:r>
          </a:p>
          <a:p>
            <a:r>
              <a:t>• Total Addressable Market: $1.8B - $2.5B range</a:t>
            </a:r>
          </a:p>
          <a:p>
            <a:r>
              <a:t>• Serviceable Addressable Market: $450M - $600M</a:t>
            </a:r>
          </a:p>
          <a:p>
            <a:r>
              <a:t>• Annual market growth rate: 10-14%</a:t>
            </a:r>
          </a:p>
          <a:p>
            <a:r>
              <a:t>• 3 major competitors control ~55% market share</a:t>
            </a:r>
          </a:p>
          <a:p>
            <a:r>
              <a:t>• Clear differentiation opportunity identified</a:t>
            </a:r>
          </a:p>
          <a:p>
            <a:r>
              <a:t>• **Recommendation**: Strong market positioning potential.</a:t>
            </a:r>
          </a:p>
          <a:p>
            <a:r>
              <a:t>• *Note: Review suggests viable investment case.*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Evaluation reveals strong potential.*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Assessment shows promising opportunity.*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Analysis indicates favorable conditions.*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⚠️ Insufficient grounded content for this section.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**Risk Assessment**</a:t>
            </a:r>
          </a:p>
          <a:p>
            <a:r>
              <a:t>• Identified risk factors:</a:t>
            </a:r>
          </a:p>
          <a:p>
            <a:r>
              <a:t>• 1. **Market Risk**: Moderate (evolving competitive landscape)</a:t>
            </a:r>
          </a:p>
          <a:p>
            <a:r>
              <a:t>• 2. **Execution Risk**: Low-Medium (experienced team in place)</a:t>
            </a:r>
          </a:p>
          <a:p>
            <a:r>
              <a:t>• 3. **Financial Risk**: Low (strong projected cash flows)</a:t>
            </a:r>
          </a:p>
          <a:p>
            <a:r>
              <a:t>• 4. **Regulatory Risk**: Medium (monitor policy changes)</a:t>
            </a:r>
          </a:p>
          <a:p>
            <a:r>
              <a:t>• **Recommendation**: Risks appear manageable with proper mitigation.</a:t>
            </a:r>
          </a:p>
          <a:p>
            <a:r>
              <a:t>• *Note: Review suggests viable investment case.*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Evaluation reveals strong potential.*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Conduct detailed due diligence</a:t>
            </a:r>
          </a:p>
          <a:p>
            <a:r>
              <a:t>• Validate assumptions with stakeholders</a:t>
            </a:r>
          </a:p>
          <a:p>
            <a:r>
              <a:t>• Finalize investment decision</a:t>
            </a:r>
          </a:p>
          <a:p>
            <a:r>
              <a:t>• ---</a:t>
            </a:r>
          </a:p>
          <a:p>
            <a:r>
              <a:t>• *This investor deck was automatically generated from uploaded documents.*</a:t>
            </a:r>
          </a:p>
          <a:p>
            <a:r>
              <a:t>• *All insights are grounded in source materials.*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