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"/>
  </p:notesMaster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CDCE4"/>
    <a:srgbClr val="EB1346"/>
    <a:srgbClr val="EC748E"/>
    <a:srgbClr val="DFCE92"/>
    <a:srgbClr val="C3A897"/>
    <a:srgbClr val="D4C0B4"/>
    <a:srgbClr val="E4E4E4"/>
    <a:srgbClr val="CCB150"/>
    <a:srgbClr val="FFFFFF"/>
    <a:srgbClr val="CBB04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033" autoAdjust="0"/>
  </p:normalViewPr>
  <p:slideViewPr>
    <p:cSldViewPr snapToGrid="0">
      <p:cViewPr varScale="1">
        <p:scale>
          <a:sx n="51" d="100"/>
          <a:sy n="51" d="100"/>
        </p:scale>
        <p:origin x="58" y="6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AAA571-4050-448B-80DD-2ACB665FCB3B}" type="datetimeFigureOut">
              <a:rPr lang="fr-FR" smtClean="0"/>
              <a:t>07/01/2026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F2A318-2177-4AB6-A766-6FB94D9B9B3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376710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2C023AE-3802-2C17-5A94-D583FC5AFC9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5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fr-FR" dirty="0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FC41AF41-E55B-1B77-C420-BAE1AB08BF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A3CB4E4-3777-977B-29F2-3DAB3A30E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142B5-321A-43F8-AADA-A212B18B2F2B}" type="datetimeFigureOut">
              <a:rPr lang="fr-FR" smtClean="0"/>
              <a:t>07/01/2026</a:t>
            </a:fld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6579830-F432-4E02-E16B-078D609CF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C65B97-30F0-4570-908B-511B30F53E1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29132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C500DAD-69C2-53C8-B7CF-A705509768C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fr-FR" dirty="0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3D53941-F4B0-F026-EDDD-9E3107E24A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AF0FCFF-580E-1D3F-F6B5-DC7B081106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4EBAE11-1677-958D-7863-BE2EABDB64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142B5-321A-43F8-AADA-A212B18B2F2B}" type="datetimeFigureOut">
              <a:rPr lang="fr-FR" smtClean="0"/>
              <a:t>07/01/2026</a:t>
            </a:fld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16213E2-AB0B-99CF-D7E0-212E44C9E2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C65B97-30F0-4570-908B-511B30F53E1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473358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DA7EABA-6B7E-FF31-15DF-E678147284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fr-FR" dirty="0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48942D3F-3531-3646-1F6E-146687102C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142B5-321A-43F8-AADA-A212B18B2F2B}" type="datetimeFigureOut">
              <a:rPr lang="fr-FR" smtClean="0"/>
              <a:t>07/01/2026</a:t>
            </a:fld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76464378-E585-8312-D533-EEBF89DB2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C65B97-30F0-4570-908B-511B30F53E1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323754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B7DC40-E9C8-074F-27BE-8B580CA1CA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it-IT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0D9FBC-F4B5-EDF8-A814-7C816A999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142B5-321A-43F8-AADA-A212B18B2F2B}" type="datetimeFigureOut">
              <a:rPr lang="fr-FR" smtClean="0"/>
              <a:t>07/01/2026</a:t>
            </a:fld>
            <a:endParaRPr lang="fr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142813-AA1E-670E-2084-43819455D83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0C65B97-30F0-4570-908B-511B30F53E14}" type="slidenum">
              <a:rPr lang="fr-FR" smtClean="0"/>
              <a:t>‹#›</a:t>
            </a:fld>
            <a:endParaRPr lang="fr-FR" dirty="0"/>
          </a:p>
        </p:txBody>
      </p:sp>
      <p:sp>
        <p:nvSpPr>
          <p:cNvPr id="5" name="Espace réservé du contenu 2">
            <a:extLst>
              <a:ext uri="{FF2B5EF4-FFF2-40B4-BE49-F238E27FC236}">
                <a16:creationId xmlns:a16="http://schemas.microsoft.com/office/drawing/2014/main" id="{E5AF6FA5-C88D-FBE4-E6A5-655564A1F271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199" y="1825625"/>
            <a:ext cx="10515599" cy="4351338"/>
          </a:xfrm>
        </p:spPr>
        <p:txBody>
          <a:bodyPr/>
          <a:lstStyle>
            <a:lvl1pPr>
              <a:buFont typeface="Wingdings" panose="05000000000000000000" pitchFamily="2" charset="2"/>
              <a:buChar char="q"/>
              <a:defRPr/>
            </a:lvl1pPr>
            <a:lvl2pPr>
              <a:buFont typeface="Wingdings" panose="05000000000000000000" pitchFamily="2" charset="2"/>
              <a:buChar char="§"/>
              <a:defRPr/>
            </a:lvl2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7404143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8A1E79E-3B4C-8A28-71CE-D8A15DC63CE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dirty="0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EE95883F-32EE-0D40-6A8A-B0D7089762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E2E79F7-B20D-74A3-0C4E-19FA34AEE2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70F915B-0F67-8696-9B60-469AFAC69A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142B5-321A-43F8-AADA-A212B18B2F2B}" type="datetimeFigureOut">
              <a:rPr lang="fr-FR" smtClean="0"/>
              <a:t>07/01/2026</a:t>
            </a:fld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49E93F7-ECC2-BB9C-F4B4-02EB371567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C65B97-30F0-4570-908B-511B30F53E1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108090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71BDAD6E-A835-B610-8E7B-1DBB22C498AA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926" y="185739"/>
            <a:ext cx="514350" cy="466280"/>
          </a:xfrm>
          <a:prstGeom prst="rect">
            <a:avLst/>
          </a:prstGeom>
        </p:spPr>
      </p:pic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76D62534-77C2-4E43-8843-3FC2BFAD70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dirty="0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AF0E5A5-9ADC-D36D-9CC8-E36044D1CC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9443F16-CA39-012D-2721-EB009CBADE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B142B5-321A-43F8-AADA-A212B18B2F2B}" type="datetimeFigureOut">
              <a:rPr lang="fr-FR" smtClean="0"/>
              <a:t>07/01/2026</a:t>
            </a:fld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70174F9-7100-5D46-FDEC-202B2259DB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0C65B97-30F0-4570-908B-511B30F53E14}" type="slidenum">
              <a:rPr lang="fr-FR" smtClean="0"/>
              <a:t>‹#›</a:t>
            </a:fld>
            <a:endParaRPr lang="fr-FR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83BAE55-2151-2AC9-DEFB-A8C371C316D5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2500" y="6311900"/>
            <a:ext cx="1333500" cy="50006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87BA4F2-815C-93F2-2EB4-6BCB47C837F0}"/>
              </a:ext>
            </a:extLst>
          </p:cNvPr>
          <p:cNvSpPr txBox="1"/>
          <p:nvPr userDrawn="1"/>
        </p:nvSpPr>
        <p:spPr>
          <a:xfrm>
            <a:off x="6343650" y="6392654"/>
            <a:ext cx="10477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draft</a:t>
            </a:r>
          </a:p>
        </p:txBody>
      </p:sp>
    </p:spTree>
    <p:extLst>
      <p:ext uri="{BB962C8B-B14F-4D97-AF65-F5344CB8AC3E}">
        <p14:creationId xmlns:p14="http://schemas.microsoft.com/office/powerpoint/2010/main" val="35672094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2" r:id="rId2"/>
    <p:sldLayoutId id="2147483654" r:id="rId3"/>
    <p:sldLayoutId id="2147483658" r:id="rId4"/>
    <p:sldLayoutId id="2147483657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Thème Office">
  <a:themeElements>
    <a:clrScheme name="Blue Green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722338D708BCD4E8A37376EFC530742" ma:contentTypeVersion="10" ma:contentTypeDescription="Crée un document." ma:contentTypeScope="" ma:versionID="c1ff2197490be8b9130c6ad199f737a4">
  <xsd:schema xmlns:xsd="http://www.w3.org/2001/XMLSchema" xmlns:xs="http://www.w3.org/2001/XMLSchema" xmlns:p="http://schemas.microsoft.com/office/2006/metadata/properties" xmlns:ns2="1f2656aa-cd64-4d7e-8bec-4dafdc93910e" xmlns:ns3="abf49338-6711-4507-a01f-1a33c64f34b1" targetNamespace="http://schemas.microsoft.com/office/2006/metadata/properties" ma:root="true" ma:fieldsID="0ddfebe860e107905ef18e7de363fcd6" ns2:_="" ns3:_="">
    <xsd:import namespace="1f2656aa-cd64-4d7e-8bec-4dafdc93910e"/>
    <xsd:import namespace="abf49338-6711-4507-a01f-1a33c64f34b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f2656aa-cd64-4d7e-8bec-4dafdc93910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bf49338-6711-4507-a01f-1a33c64f34b1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A67C958-1191-4922-A51B-5700B09B862C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DF735E19-9E86-4EB2-A4FB-0E21327F4D1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E675116-33E6-48DF-83F6-E3202C74AE4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f2656aa-cd64-4d7e-8bec-4dafdc93910e"/>
    <ds:schemaRef ds:uri="abf49338-6711-4507-a01f-1a33c64f34b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5" baseType="lpstr">
      <vt:lpstr>Aptos</vt:lpstr>
      <vt:lpstr>Aptos Display</vt:lpstr>
      <vt:lpstr>Arial</vt:lpstr>
      <vt:lpstr>Wingdings</vt:lpstr>
      <vt:lpstr>Thème Office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Valoris Bertin</dc:creator>
  <cp:lastModifiedBy>nambo yang</cp:lastModifiedBy>
  <cp:revision>221</cp:revision>
  <dcterms:created xsi:type="dcterms:W3CDTF">2025-06-11T09:38:39Z</dcterms:created>
  <dcterms:modified xsi:type="dcterms:W3CDTF">2026-01-07T14:39:37Z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0x0101004722338D708BCD4E8A37376EFC530742</vt:lpwstr>
  </property>
</Properties>
</file>