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53" y="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50000"/>
                    <a:lumOff val="50000"/>
                  </a:schemeClr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8229599" cy="4525963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buFont typeface="Wingdings" panose="05000000000000000000" pitchFamily="2" charset="2"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buFont typeface="Wingdings" panose="05000000000000000000" pitchFamily="2" charset="2"/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Font typeface="Wingdings" panose="05000000000000000000" pitchFamily="2" charset="2"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buFont typeface="Wingdings" panose="05000000000000000000" pitchFamily="2" charset="2"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6FFDA0-CB7D-019A-4F4E-342FDA2C89D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000500" y="6356350"/>
            <a:ext cx="114300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solidFill>
            <a:schemeClr val="tx1">
              <a:lumMod val="50000"/>
              <a:lumOff val="5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16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Wingdings" panose="05000000000000000000" pitchFamily="2" charset="2"/>
        <a:buNone/>
        <a:defRPr sz="1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Aptos Display</vt:lpstr>
      <vt:lpstr>Arial</vt:lpstr>
      <vt:lpstr>Calibri</vt:lpstr>
      <vt:lpstr>Wingdings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nambo yang</cp:lastModifiedBy>
  <cp:revision>10</cp:revision>
  <dcterms:created xsi:type="dcterms:W3CDTF">2013-01-27T09:14:16Z</dcterms:created>
  <dcterms:modified xsi:type="dcterms:W3CDTF">2026-01-12T13:25:48Z</dcterms:modified>
  <cp:category/>
</cp:coreProperties>
</file>