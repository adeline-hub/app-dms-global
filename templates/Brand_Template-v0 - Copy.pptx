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4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50000"/>
                    <a:lumOff val="50000"/>
                  </a:schemeClr>
                </a:solidFill>
                <a:latin typeface="Aptos Display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buFont typeface="Wingdings" panose="05000000000000000000" pitchFamily="2" charset="2"/>
              <a:buChar char="§"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buFont typeface="Wingdings" panose="05000000000000000000" pitchFamily="2" charset="2"/>
              <a:buChar char="§"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buFont typeface="Wingdings" panose="05000000000000000000" pitchFamily="2" charset="2"/>
              <a:buChar char="§"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buFont typeface="Wingdings" panose="05000000000000000000" pitchFamily="2" charset="2"/>
              <a:buChar char="§"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>
            <a:normAutofit/>
          </a:bodyPr>
          <a:lstStyle>
            <a:lvl1pPr>
              <a:buFont typeface="+mj-lt"/>
              <a:buAutoNum type="arabicPeriod"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buFont typeface="+mj-lt"/>
              <a:buAutoNum type="arabicPeriod"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buFont typeface="+mj-lt"/>
              <a:buAutoNum type="arabicPeriod"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buFont typeface="+mj-lt"/>
              <a:buAutoNum type="arabicPeriod"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buFont typeface="+mj-lt"/>
              <a:buAutoNum type="arabicPeriod"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6FFDA0-CB7D-019A-4F4E-342FDA2C89D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4000500" y="6356350"/>
            <a:ext cx="114300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solidFill>
            <a:schemeClr val="tx1">
              <a:lumMod val="50000"/>
              <a:lumOff val="50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Wingdings" panose="05000000000000000000" pitchFamily="2" charset="2"/>
        <a:buNone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Wingdings" panose="05000000000000000000" pitchFamily="2" charset="2"/>
        <a:buNone/>
        <a:defRPr sz="1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Wingdings" panose="05000000000000000000" pitchFamily="2" charset="2"/>
        <a:buNone/>
        <a:defRPr sz="16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Wingdings" panose="05000000000000000000" pitchFamily="2" charset="2"/>
        <a:buNone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Wingdings" panose="05000000000000000000" pitchFamily="2" charset="2"/>
        <a:buNone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Bullet point 1</a:t>
            </a:r>
          </a:p>
          <a:p>
            <a:pPr marL="0" indent="0">
              <a:buNone/>
            </a:pPr>
            <a:r>
              <a:rPr dirty="0"/>
              <a:t>Bullet point 2</a:t>
            </a:r>
          </a:p>
          <a:p>
            <a:pPr marL="0" indent="0">
              <a:buNone/>
            </a:pPr>
            <a:r>
              <a:rPr dirty="0"/>
              <a:t>Bullet point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OVERVIEW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B0161C-7A98-A286-6CAC-5BF5E1819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On-screen Show (4:3)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 Display</vt:lpstr>
      <vt:lpstr>Arial</vt:lpstr>
      <vt:lpstr>Calibri</vt:lpstr>
      <vt:lpstr>Wingdings</vt:lpstr>
      <vt:lpstr>Office Theme</vt:lpstr>
      <vt:lpstr>TITLE SLIDE</vt:lpstr>
      <vt:lpstr>SECTION HEADER</vt:lpstr>
      <vt:lpstr>CONTENT TITLE</vt:lpstr>
      <vt:lpstr>FINANCIAL OVERVIEW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nambo yang</cp:lastModifiedBy>
  <cp:revision>8</cp:revision>
  <dcterms:created xsi:type="dcterms:W3CDTF">2013-01-27T09:14:16Z</dcterms:created>
  <dcterms:modified xsi:type="dcterms:W3CDTF">2026-01-12T09:11:12Z</dcterms:modified>
  <cp:category/>
</cp:coreProperties>
</file>